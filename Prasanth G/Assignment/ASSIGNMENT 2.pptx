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2627A-8983-7E09-9B74-6F462A8B2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4C7B58-2D1F-29E2-0DAF-2266A3807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E1852-5284-5398-3DA7-33BDC3546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4B9C-2C65-4623-B6C6-4A7F94531D6F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F296A-A05F-A0D2-274F-2DB3397A8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D7819-3FB2-166D-D3AD-CE8A9DB5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3C523-612D-4B3B-A0E6-4AB09277E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5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C1BB6-D868-6B78-A09A-0B74A449B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DED1C-F731-5F9A-27D2-173C35004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E0A56-078A-43FE-ABC8-52C6BC3E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4B9C-2C65-4623-B6C6-4A7F94531D6F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55E43-ED93-161F-8A1C-3C5036451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9E2F8-DB0E-3DBC-FE23-D15B61C8E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3C523-612D-4B3B-A0E6-4AB09277E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777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3DF51-286E-D0BB-3EFD-B7FBA5B34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20376-59A7-3D5E-319E-0A429EFB8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CED41-9D64-F690-0E69-21A62730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4B9C-2C65-4623-B6C6-4A7F94531D6F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2F96-10DD-EC06-68F4-4FDEDC20C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79868-B69F-76E6-6F6F-A2D87EC0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3C523-612D-4B3B-A0E6-4AB09277E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93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1D1FE-D88C-D052-CF33-F92F50ACD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52BED-9065-B15C-8858-FBD8592E3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95980-A46F-900F-1B37-23A1CE16F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8294E8-8EC4-D158-9DE7-7F6D61FC6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4B9C-2C65-4623-B6C6-4A7F94531D6F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15F1B4-6EF0-9067-888C-1C701B06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1F57B-34EA-DBD1-A26A-55E707A0D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3C523-612D-4B3B-A0E6-4AB09277E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134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45595-D076-167A-403A-5E3127B38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75DC9-9350-D0E3-5B18-62425036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C8F6B-BDE4-194F-F58D-CB3FDD56F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4EF669-43ED-CC9A-CA7F-7DB7D38F3E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93B1A5-FB2E-8C69-7979-7F4D00E7DA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911A5E-35AF-3742-2061-01FB122A5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4B9C-2C65-4623-B6C6-4A7F94531D6F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F87270-068B-E662-8888-907C3C008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D1C540-2C88-ECA3-3ABB-7F4AF5868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3C523-612D-4B3B-A0E6-4AB09277E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500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5A3BC-5085-779E-9D7E-682066AA2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56765D-0216-4FF3-B55A-17AC83082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4B9C-2C65-4623-B6C6-4A7F94531D6F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4D7D3C-A3B0-C8A2-B7CE-AA9D1FB1D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EED209-BB88-5DC9-7020-92F954E26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3C523-612D-4B3B-A0E6-4AB09277E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32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2E3698-65A0-DF02-8879-5353688D7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4B9C-2C65-4623-B6C6-4A7F94531D6F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FC39DD-94CB-28E6-7FC1-BC7E98373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828F2-47D2-C515-C15F-3DC53CB3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3C523-612D-4B3B-A0E6-4AB09277E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98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37287-6EC1-1E24-6CDE-CDB7447FD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2482E-3D09-7E60-1D9B-FE48A6398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B6D41B-C18B-FDF1-F5EB-C44CF836A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791BC-C57A-A858-239E-B375A4401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4B9C-2C65-4623-B6C6-4A7F94531D6F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45271-5171-6AF9-1565-F9AC15AD0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B9F40-47C8-0499-9B6C-32FC779DF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3C523-612D-4B3B-A0E6-4AB09277E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891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4E685-E295-1CD9-C1EE-B4BC86138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BCCA03-1C09-19EA-DFAE-21623D1046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B136C-BB2F-EF6D-84DF-CE97E00A4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DFE10-99AA-A38F-D06F-D44F7531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4B9C-2C65-4623-B6C6-4A7F94531D6F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02F02-19BE-8FA0-8CE9-A1081EF21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29D4E-565C-1DBD-4B4A-53C5F71DC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3C523-612D-4B3B-A0E6-4AB09277E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54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CCEA4-8249-FBD8-2B06-11D2F8B2D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20E0B5-3762-441F-C223-7693E4912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4CCCE-BDDA-D332-4B9B-3798C1A14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4B9C-2C65-4623-B6C6-4A7F94531D6F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24C7C-8EA3-B6E9-94F7-44EF7B518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3FA4B-8F7F-8BD2-F30A-98E0765A4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3C523-612D-4B3B-A0E6-4AB09277E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927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478393-D71E-ABAF-BD70-7213741FDD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3A824B-A13F-4C76-C568-69D2B74D9B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AF9D2-D17B-203C-A44F-0C86E0951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4B9C-2C65-4623-B6C6-4A7F94531D6F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7FB68-B269-AD90-E2DE-AE693F43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60048-3FD0-8F7A-4D2D-03AD5FA2D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3C523-612D-4B3B-A0E6-4AB09277E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393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C6DB12-804A-123F-9C3D-BD3A6FAE2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7A53C-C4E1-B844-27F2-BFA6B6FFF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FC09D-1B0E-551C-09A0-C91408BE7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A14B9C-2C65-4623-B6C6-4A7F94531D6F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F5301-C556-3884-6A99-DD89F0C239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359FD-DE09-A483-622D-67A47A4A6E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3C523-612D-4B3B-A0E6-4AB09277E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331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ED53977-B92E-24EF-90ED-7C0AD2CF5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7DC7A50-C8BB-DEB9-0356-E2A478949215}"/>
              </a:ext>
            </a:extLst>
          </p:cNvPr>
          <p:cNvSpPr/>
          <p:nvPr/>
        </p:nvSpPr>
        <p:spPr>
          <a:xfrm>
            <a:off x="3252247" y="3921551"/>
            <a:ext cx="2611225" cy="4336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Prasanth 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571C11-4F9E-F7D0-1B8E-45A222A9A05B}"/>
              </a:ext>
            </a:extLst>
          </p:cNvPr>
          <p:cNvSpPr/>
          <p:nvPr/>
        </p:nvSpPr>
        <p:spPr>
          <a:xfrm>
            <a:off x="4496586" y="4619134"/>
            <a:ext cx="1599414" cy="2828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310819205057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E71D4-4132-67EA-89EA-963CFF24D884}"/>
              </a:ext>
            </a:extLst>
          </p:cNvPr>
          <p:cNvSpPr/>
          <p:nvPr/>
        </p:nvSpPr>
        <p:spPr>
          <a:xfrm>
            <a:off x="3157979" y="5194169"/>
            <a:ext cx="3459637" cy="2828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B.TECH.,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686298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C5725529-31F1-B4CB-5E88-8E7B49D12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7A48A27-4F50-F71F-3D0F-412963C38751}"/>
              </a:ext>
            </a:extLst>
          </p:cNvPr>
          <p:cNvSpPr/>
          <p:nvPr/>
        </p:nvSpPr>
        <p:spPr>
          <a:xfrm>
            <a:off x="6004874" y="2790334"/>
            <a:ext cx="2196446" cy="3205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PNT2022TMID27175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FBCDB4-B88C-B8E7-DD61-B0276832FF2D}"/>
              </a:ext>
            </a:extLst>
          </p:cNvPr>
          <p:cNvSpPr/>
          <p:nvPr/>
        </p:nvSpPr>
        <p:spPr>
          <a:xfrm>
            <a:off x="6004874" y="3619893"/>
            <a:ext cx="1659118" cy="3205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310819205057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5D05BF-BC94-CFD1-331C-6567A857FAA4}"/>
              </a:ext>
            </a:extLst>
          </p:cNvPr>
          <p:cNvSpPr/>
          <p:nvPr/>
        </p:nvSpPr>
        <p:spPr>
          <a:xfrm>
            <a:off x="6004873" y="4411744"/>
            <a:ext cx="3949831" cy="57503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RETAIL STORE STOCK INVENTORY ANALYTICS</a:t>
            </a:r>
          </a:p>
        </p:txBody>
      </p:sp>
    </p:spTree>
    <p:extLst>
      <p:ext uri="{BB962C8B-B14F-4D97-AF65-F5344CB8AC3E}">
        <p14:creationId xmlns:p14="http://schemas.microsoft.com/office/powerpoint/2010/main" val="3273935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75E14FC3-73C0-E6EC-5ABD-7C40651FA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8849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903DD77C-2D0A-D930-3804-ACCF3E648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282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006D6542-2C7C-D18A-0464-431D56892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773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2E33E89D-D961-A25B-896A-5864ACF42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4572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E662AAB6-F30B-A23E-F6E5-B6C9FCDDF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42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</Words>
  <Application>Microsoft Office PowerPoint</Application>
  <PresentationFormat>Widescreen</PresentationFormat>
  <Paragraphs>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prasanth hari</dc:creator>
  <cp:lastModifiedBy>prasanth hari</cp:lastModifiedBy>
  <cp:revision>1</cp:revision>
  <dcterms:created xsi:type="dcterms:W3CDTF">2022-10-09T13:02:21Z</dcterms:created>
  <dcterms:modified xsi:type="dcterms:W3CDTF">2022-10-09T13:12:16Z</dcterms:modified>
</cp:coreProperties>
</file>